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p:scale>
          <a:sx n="69" d="100"/>
          <a:sy n="69" d="100"/>
        </p:scale>
        <p:origin x="468" y="88"/>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28-03-2026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3/28/2026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28/03/2026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Devesh-Saxena/Power_Bi_Project"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mj-lt"/>
                <a:ea typeface="+mj-ea"/>
                <a:cs typeface="+mj-cs"/>
              </a:rPr>
              <a:t>CAPSTONE </a:t>
            </a:r>
            <a:r>
              <a:rPr lang="en-US" sz="2800" b="1"/>
              <a:t>PROJECT</a:t>
            </a:r>
            <a:endParaRPr lang="en-US" sz="5100">
              <a:latin typeface="Aptos"/>
            </a:endParaRPr>
          </a:p>
          <a:p>
            <a:pPr algn="l"/>
            <a:br>
              <a:rPr lang="en-US" sz="5100" b="1" dirty="0"/>
            </a:br>
            <a:r>
              <a:rPr lang="en-US" sz="5100" b="1" cap="all">
                <a:latin typeface="Aptos"/>
              </a:rPr>
              <a:t>PROJECT TITLE</a:t>
            </a:r>
            <a:endParaRPr lang="en-US" sz="5100">
              <a:latin typeface="Aptos"/>
            </a:endParaRPr>
          </a:p>
          <a:p>
            <a:pPr algn="l"/>
            <a:endParaRPr lang="en-US" sz="5100" b="1" kern="1200"/>
          </a:p>
        </p:txBody>
      </p:sp>
      <p:sp>
        <p:nvSpPr>
          <p:cNvPr id="5" name="Subtitle 2"/>
          <p:cNvSpPr>
            <a:spLocks noGrp="1"/>
          </p:cNvSpPr>
          <p:nvPr/>
        </p:nvSpPr>
        <p:spPr>
          <a:xfrm>
            <a:off x="594126" y="3739889"/>
            <a:ext cx="4792472" cy="250676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Darpan Santosh Keni</a:t>
            </a:r>
          </a:p>
          <a:p>
            <a:pPr algn="l">
              <a:spcAft>
                <a:spcPts val="600"/>
              </a:spcAft>
            </a:pPr>
            <a:r>
              <a:rPr lang="en-US" sz="1600" b="1" cap="all" dirty="0"/>
              <a:t>College Name: POORNIMA Institute OF ENGINEERING AND TECHNOLOGY</a:t>
            </a:r>
          </a:p>
          <a:p>
            <a:pPr algn="l">
              <a:spcAft>
                <a:spcPts val="600"/>
              </a:spcAft>
            </a:pPr>
            <a:r>
              <a:rPr lang="en-US" sz="1600" b="1" cap="all" dirty="0"/>
              <a:t>Department: COMPUTER SCIENCE</a:t>
            </a:r>
          </a:p>
          <a:p>
            <a:pPr algn="l">
              <a:spcAft>
                <a:spcPts val="600"/>
              </a:spcAft>
            </a:pPr>
            <a:r>
              <a:rPr lang="en-US" sz="1600" b="1" cap="all" dirty="0"/>
              <a:t>Email ID: g23.darpan.keni@gnkhalsa.edu.in</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4B2864AB-E7F0-1034-B09C-A2FCF1746CD1}"/>
              </a:ext>
            </a:extLst>
          </p:cNvPr>
          <p:cNvPicPr>
            <a:picLocks noChangeAspect="1"/>
          </p:cNvPicPr>
          <p:nvPr/>
        </p:nvPicPr>
        <p:blipFill>
          <a:blip r:embed="rId5"/>
          <a:stretch>
            <a:fillRect/>
          </a:stretch>
        </p:blipFill>
        <p:spPr>
          <a:xfrm>
            <a:off x="5419255" y="347245"/>
            <a:ext cx="6308078" cy="5976649"/>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panose="020B0604020202020204"/>
                <a:cs typeface="Arial" panose="020B0604020202020204"/>
              </a:rPr>
              <a:t>Problem Statement </a:t>
            </a:r>
            <a:r>
              <a:rPr lang="en-US" sz="2200">
                <a:latin typeface="Arial" panose="020B0604020202020204"/>
                <a:cs typeface="Arial" panose="020B0604020202020204"/>
              </a:rPr>
              <a:t>(Should not include solution)</a:t>
            </a:r>
          </a:p>
          <a:p>
            <a:pPr marL="305435" indent="-305435">
              <a:spcBef>
                <a:spcPct val="20000"/>
              </a:spcBef>
              <a:spcAft>
                <a:spcPts val="600"/>
              </a:spcAft>
            </a:pPr>
            <a:r>
              <a:rPr lang="en-US" sz="2200" b="1">
                <a:latin typeface="Arial" panose="020B0604020202020204"/>
                <a:cs typeface="Arial" panose="020B0604020202020204"/>
              </a:rPr>
              <a:t>Proposed System/Solution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System Development Approach </a:t>
            </a:r>
            <a:r>
              <a:rPr lang="en-US" sz="2200">
                <a:latin typeface="Arial" panose="020B0604020202020204"/>
                <a:cs typeface="Arial" panose="020B0604020202020204"/>
              </a:rPr>
              <a:t>(Technology Used) </a:t>
            </a:r>
          </a:p>
          <a:p>
            <a:pPr marL="305435" indent="-305435">
              <a:spcBef>
                <a:spcPct val="20000"/>
              </a:spcBef>
              <a:spcAft>
                <a:spcPts val="600"/>
              </a:spcAft>
            </a:pPr>
            <a:r>
              <a:rPr lang="en-US" sz="2200" b="1">
                <a:latin typeface="Arial" panose="020B0604020202020204"/>
                <a:cs typeface="Arial" panose="020B0604020202020204"/>
              </a:rPr>
              <a:t>Algorithm &amp; Deployment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Result (Output Image)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Conclusion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Future Scope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References</a:t>
            </a:r>
            <a:endParaRPr lang="en-US" sz="2200">
              <a:latin typeface="Arial" panose="020B0604020202020204"/>
              <a:cs typeface="Arial" panose="020B0604020202020204"/>
            </a:endParaRPr>
          </a:p>
          <a:p>
            <a:endParaRPr lang="en-GB" sz="220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t>E-commerce businesses generate large amounts of sales data from different products, customers, locations, and payment methods. However, without an effective system to analyze and visualize this data, it becomes difficult for businesses to monitor performance, identify profitable products, understand customer purchasing patterns, and track monthly profit trends. Therefore, there is a need to develop an </a:t>
            </a:r>
            <a:r>
              <a:rPr lang="en-US" sz="2400" b="1" dirty="0"/>
              <a:t>E-Commerce Sales Dashboard</a:t>
            </a:r>
            <a:r>
              <a:rPr lang="en-US" sz="2400" dirty="0"/>
              <a:t> that can efficiently analyze and present key sales metrics such as total sales amount, profit, quantity sold, and average order value. The system should provide clear visual insights into sales by state, customer, product category, payment mode, and monthly profit trends, enabling businesses to make informed decisions and improve overall sales performance.</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6"/>
            <a:ext cx="10515600" cy="4251960"/>
          </a:xfrm>
        </p:spPr>
        <p:txBody>
          <a:bodyPr vert="horz" lIns="91440" tIns="45720" rIns="91440" bIns="45720" rtlCol="0" anchor="t">
            <a:noAutofit/>
          </a:bodyPr>
          <a:lstStyle/>
          <a:p>
            <a:r>
              <a:rPr lang="en-US" sz="1800" dirty="0"/>
              <a:t>To address the challenges of analyzing large volumes of e-commerce sales data, an </a:t>
            </a:r>
            <a:r>
              <a:rPr lang="en-US" sz="1800" b="1" dirty="0"/>
              <a:t>interactive E-Commerce Sales Dashboard</a:t>
            </a:r>
            <a:r>
              <a:rPr lang="en-US" sz="1800" dirty="0"/>
              <a:t> will be developed to collect, process, and visualize sales information in a clear and meaningful way. The system will integrate sales data from the e-commerce platform and organize it into structured datasets for analysis.</a:t>
            </a:r>
          </a:p>
          <a:p>
            <a:r>
              <a:rPr lang="en-US" sz="1800" dirty="0"/>
              <a:t>The dashboard will display key performance indicators such as </a:t>
            </a:r>
            <a:r>
              <a:rPr lang="en-US" sz="1800" b="1" dirty="0"/>
              <a:t>total sales amount, total profit, quantity sold, and average sales value</a:t>
            </a:r>
            <a:r>
              <a:rPr lang="en-US" sz="1800" dirty="0"/>
              <a:t> to provide a quick overview of business performance. It will include visualizations such as </a:t>
            </a:r>
            <a:r>
              <a:rPr lang="en-US" sz="1800" b="1" dirty="0"/>
              <a:t>bar charts, pie charts, and line graphs</a:t>
            </a:r>
            <a:r>
              <a:rPr lang="en-US" sz="1800" dirty="0"/>
              <a:t> to represent sales distribution by </a:t>
            </a:r>
            <a:r>
              <a:rPr lang="en-US" sz="1800" b="1" dirty="0"/>
              <a:t>state, customer, product category, payment mode, and sub-category</a:t>
            </a:r>
            <a:r>
              <a:rPr lang="en-US" sz="1800" dirty="0"/>
              <a:t>.</a:t>
            </a:r>
          </a:p>
          <a:p>
            <a:r>
              <a:rPr lang="en-US" sz="1800" dirty="0"/>
              <a:t>Additionally, the system will provide </a:t>
            </a:r>
            <a:r>
              <a:rPr lang="en-US" sz="1800" b="1" dirty="0"/>
              <a:t>time-based analysis such as monthly and quarterly profit trends</a:t>
            </a:r>
            <a:r>
              <a:rPr lang="en-US" sz="1800" dirty="0"/>
              <a:t>, allowing businesses to identify seasonal patterns and performance fluctuations. Interactive filters will enable users to select specific quarters or categories to analyze detailed insights.</a:t>
            </a:r>
          </a:p>
          <a:p>
            <a:r>
              <a:rPr lang="en-US" sz="1800" dirty="0"/>
              <a:t>By transforming raw sales data into </a:t>
            </a:r>
            <a:r>
              <a:rPr lang="en-US" sz="1800" b="1" dirty="0"/>
              <a:t>interactive visual reports</a:t>
            </a:r>
            <a:r>
              <a:rPr lang="en-US" sz="1800" dirty="0"/>
              <a:t>, the proposed solution will help business managers easily monitor sales performance, identify profitable areas, and make </a:t>
            </a:r>
            <a:r>
              <a:rPr lang="en-US" sz="1800" b="1" dirty="0"/>
              <a:t>data-driven decisions</a:t>
            </a:r>
            <a:r>
              <a:rPr lang="en-US" sz="1800" dirty="0"/>
              <a:t> to improve operational efficiency and profitability.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a:bodyPr>
          <a:lstStyle/>
          <a:p>
            <a:r>
              <a:rPr lang="en-US" sz="2400" dirty="0"/>
              <a:t>The system approach defines the strategy used to design and develop the </a:t>
            </a:r>
            <a:r>
              <a:rPr lang="en-US" sz="2400" b="1" dirty="0"/>
              <a:t>E-Commerce Sales Dashboard</a:t>
            </a:r>
            <a:r>
              <a:rPr lang="en-US" sz="2400" dirty="0"/>
              <a:t> for analyzing sales performance and business insights. The approach involves collecting e-commerce transaction data, processing and organizing the data, and creating interactive visualizations to help users understand key business metrics.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fontScale="92500" lnSpcReduction="20000"/>
          </a:bodyPr>
          <a:lstStyle/>
          <a:p>
            <a:r>
              <a:rPr lang="en-US" sz="1600" b="1" dirty="0"/>
              <a:t>Algorithm </a:t>
            </a:r>
          </a:p>
          <a:p>
            <a:r>
              <a:rPr lang="en-US" sz="1600" b="1" dirty="0"/>
              <a:t>1. Algorithm Selection:</a:t>
            </a:r>
            <a:br>
              <a:rPr lang="en-US" sz="1600" dirty="0"/>
            </a:br>
            <a:r>
              <a:rPr lang="en-US" sz="1600" dirty="0"/>
              <a:t>This project uses a </a:t>
            </a:r>
            <a:r>
              <a:rPr lang="en-US" sz="1600" b="1" dirty="0"/>
              <a:t>data analysis and visualization approach</a:t>
            </a:r>
            <a:r>
              <a:rPr lang="en-US" sz="1600" dirty="0"/>
              <a:t> instead of a machine learning model. Tools like </a:t>
            </a:r>
            <a:r>
              <a:rPr lang="en-US" sz="1600" b="1" dirty="0"/>
              <a:t>Power BI and DAX</a:t>
            </a:r>
            <a:r>
              <a:rPr lang="en-US" sz="1600" dirty="0"/>
              <a:t> are used to analyze historical e-commerce sales data and generate business insights.</a:t>
            </a:r>
          </a:p>
          <a:p>
            <a:r>
              <a:rPr lang="en-US" sz="1600" b="1" dirty="0"/>
              <a:t>2. Data Input:</a:t>
            </a:r>
            <a:br>
              <a:rPr lang="en-US" sz="1600" dirty="0"/>
            </a:br>
            <a:r>
              <a:rPr lang="en-US" sz="1600" dirty="0"/>
              <a:t>The input data includes features such as </a:t>
            </a:r>
            <a:r>
              <a:rPr lang="en-US" sz="1600" b="1" dirty="0"/>
              <a:t>Order ID, Customer Name, State, Product Category, Sub-Category, Payment Mode, Order Date, Sales Amount, Profit, and Quantity</a:t>
            </a:r>
            <a:r>
              <a:rPr lang="en-US" sz="1600" dirty="0"/>
              <a:t>.</a:t>
            </a:r>
          </a:p>
          <a:p>
            <a:r>
              <a:rPr lang="en-US" sz="1600" b="1" dirty="0"/>
              <a:t>3. Data Processing:</a:t>
            </a:r>
            <a:br>
              <a:rPr lang="en-US" sz="1600" dirty="0"/>
            </a:br>
            <a:r>
              <a:rPr lang="en-US" sz="1600" dirty="0"/>
              <a:t>The dataset is imported into </a:t>
            </a:r>
            <a:r>
              <a:rPr lang="en-US" sz="1600" b="1" dirty="0"/>
              <a:t>Excel/Power BI</a:t>
            </a:r>
            <a:r>
              <a:rPr lang="en-US" sz="1600" dirty="0"/>
              <a:t>, where data cleaning and transformation are performed using </a:t>
            </a:r>
            <a:r>
              <a:rPr lang="en-US" sz="1600" b="1" dirty="0"/>
              <a:t>Power Query</a:t>
            </a:r>
            <a:r>
              <a:rPr lang="en-US" sz="1600" dirty="0"/>
              <a:t>. Calculations like </a:t>
            </a:r>
            <a:r>
              <a:rPr lang="en-US" sz="1600" b="1" dirty="0"/>
              <a:t>total sales, profit, quantity, and average sales</a:t>
            </a:r>
            <a:r>
              <a:rPr lang="en-US" sz="1600" dirty="0"/>
              <a:t> are created using </a:t>
            </a:r>
            <a:r>
              <a:rPr lang="en-US" sz="1600" b="1" dirty="0"/>
              <a:t>DAX formulas</a:t>
            </a:r>
            <a:r>
              <a:rPr lang="en-US" sz="1600" dirty="0"/>
              <a:t>.</a:t>
            </a:r>
          </a:p>
          <a:p>
            <a:r>
              <a:rPr lang="en-US" sz="1600" b="1" dirty="0"/>
              <a:t>4. Analysis Process:</a:t>
            </a:r>
            <a:br>
              <a:rPr lang="en-US" sz="1600" dirty="0"/>
            </a:br>
            <a:r>
              <a:rPr lang="en-US" sz="1600" dirty="0"/>
              <a:t>Visualizations such as </a:t>
            </a:r>
            <a:r>
              <a:rPr lang="en-US" sz="1600" b="1" dirty="0"/>
              <a:t>bar charts, pie charts, and line charts</a:t>
            </a:r>
            <a:r>
              <a:rPr lang="en-US" sz="1600" dirty="0"/>
              <a:t> are used to analyze sales by </a:t>
            </a:r>
            <a:r>
              <a:rPr lang="en-US" sz="1600" b="1" dirty="0"/>
              <a:t>state, category, customer, payment mode, and monthly profit trends</a:t>
            </a:r>
            <a:r>
              <a:rPr lang="en-US" sz="1600" dirty="0"/>
              <a:t>.</a:t>
            </a:r>
          </a:p>
          <a:p>
            <a:br>
              <a:rPr lang="en-US" sz="1600" dirty="0"/>
            </a:br>
            <a:endParaRPr lang="en-US" sz="1600" dirty="0"/>
          </a:p>
          <a:p>
            <a:r>
              <a:rPr lang="en-US" sz="1600" b="1" dirty="0"/>
              <a:t>Deployment </a:t>
            </a:r>
          </a:p>
          <a:p>
            <a:r>
              <a:rPr lang="en-US" sz="1600" dirty="0"/>
              <a:t>The dashboard is developed using </a:t>
            </a:r>
            <a:r>
              <a:rPr lang="en-US" sz="1600" b="1" dirty="0"/>
              <a:t>Power BI Desktop</a:t>
            </a:r>
            <a:r>
              <a:rPr lang="en-US" sz="1600" dirty="0"/>
              <a:t>. After creating visualizations and KPIs, the report is </a:t>
            </a:r>
            <a:r>
              <a:rPr lang="en-US" sz="1600" b="1" dirty="0"/>
              <a:t>published or shared</a:t>
            </a:r>
            <a:r>
              <a:rPr lang="en-US" sz="1600" dirty="0"/>
              <a:t> so users can view it through </a:t>
            </a:r>
            <a:r>
              <a:rPr lang="en-US" sz="1600" b="1" dirty="0"/>
              <a:t>Power BI Service, desktop application, or web browser</a:t>
            </a:r>
            <a:r>
              <a:rPr lang="en-US" sz="1600" dirty="0"/>
              <a:t>. The system can be updated regularly by adding new sales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9546840" y="1508078"/>
            <a:ext cx="2409985" cy="4350776"/>
          </a:xfrm>
        </p:spPr>
        <p:txBody>
          <a:bodyPr vert="horz" lIns="91440" tIns="45720" rIns="91440" bIns="45720" rtlCol="0">
            <a:normAutofit fontScale="92500" lnSpcReduction="20000"/>
          </a:bodyPr>
          <a:lstStyle/>
          <a:p>
            <a:r>
              <a:rPr lang="en-US" sz="1200" dirty="0"/>
              <a:t>The developed </a:t>
            </a:r>
            <a:r>
              <a:rPr lang="en-US" sz="1200" b="1" dirty="0"/>
              <a:t>E-Commerce Sales Dashboard</a:t>
            </a:r>
            <a:r>
              <a:rPr lang="en-US" sz="1200" dirty="0"/>
              <a:t> successfully analyzes and visualizes the sales dataset to provide meaningful business insights. The dashboard displays key performance indicators such as </a:t>
            </a:r>
            <a:r>
              <a:rPr lang="en-US" sz="1200" b="1" dirty="0"/>
              <a:t>total sales amount, total profit, total quantity sold, and average order value</a:t>
            </a:r>
            <a:r>
              <a:rPr lang="en-US" sz="1200" dirty="0"/>
              <a:t>.</a:t>
            </a:r>
          </a:p>
          <a:p>
            <a:r>
              <a:rPr lang="en-US" sz="1200" dirty="0"/>
              <a:t>Through different visualizations, the system identifies </a:t>
            </a:r>
            <a:r>
              <a:rPr lang="en-US" sz="1200" b="1" dirty="0"/>
              <a:t>sales distribution by state, customer, product category, and payment mode</a:t>
            </a:r>
            <a:r>
              <a:rPr lang="en-US" sz="1200" dirty="0"/>
              <a:t>. The </a:t>
            </a:r>
            <a:r>
              <a:rPr lang="en-US" sz="1200" b="1" dirty="0"/>
              <a:t>monthly profit trend chart</a:t>
            </a:r>
            <a:r>
              <a:rPr lang="en-US" sz="1200" dirty="0"/>
              <a:t> helps in understanding seasonal variations in business performance, while the </a:t>
            </a:r>
            <a:r>
              <a:rPr lang="en-US" sz="1200" b="1" dirty="0"/>
              <a:t>category and sub-category analysis</a:t>
            </a:r>
            <a:r>
              <a:rPr lang="en-US" sz="1200" dirty="0"/>
              <a:t> highlights the most profitable products.</a:t>
            </a:r>
          </a:p>
          <a:p>
            <a:r>
              <a:rPr lang="en-US" sz="1200" dirty="0"/>
              <a:t>Interactive filters allow users to analyze data for different </a:t>
            </a:r>
            <a:r>
              <a:rPr lang="en-US" sz="1200" b="1" dirty="0"/>
              <a:t>quarters and categories</a:t>
            </a:r>
            <a:r>
              <a:rPr lang="en-US" sz="1200" dirty="0"/>
              <a:t>, making the dashboard flexible and easy to use. Overall, the system effectively converts raw sales data into </a:t>
            </a:r>
            <a:r>
              <a:rPr lang="en-US" sz="1200" b="1" dirty="0"/>
              <a:t>clear visual insights</a:t>
            </a:r>
            <a:r>
              <a:rPr lang="en-US" sz="1200" dirty="0"/>
              <a:t>, helping businesses monitor performance and make data-driven decisions. </a:t>
            </a:r>
          </a:p>
        </p:txBody>
      </p:sp>
      <p:pic>
        <p:nvPicPr>
          <p:cNvPr id="5" name="Picture 4">
            <a:extLst>
              <a:ext uri="{FF2B5EF4-FFF2-40B4-BE49-F238E27FC236}">
                <a16:creationId xmlns:a16="http://schemas.microsoft.com/office/drawing/2014/main" id="{CD67CF5C-79A7-1DE0-D673-27AFB42F93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33" y="1266031"/>
            <a:ext cx="9293248" cy="522942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lnSpcReduction="10000"/>
          </a:bodyPr>
          <a:lstStyle/>
          <a:p>
            <a:r>
              <a:rPr lang="en-US" sz="2400" dirty="0"/>
              <a:t>The </a:t>
            </a:r>
            <a:r>
              <a:rPr lang="en-US" sz="2400" b="1" dirty="0"/>
              <a:t>E-Commerce Sales Dashboard</a:t>
            </a:r>
            <a:r>
              <a:rPr lang="en-US" sz="2400" dirty="0"/>
              <a:t> project successfully analyzes and visualizes sales data to provide clear insights into business performance. The dashboard displays important metrics such as </a:t>
            </a:r>
            <a:r>
              <a:rPr lang="en-US" sz="2400" b="1" dirty="0"/>
              <a:t>total sales, total profit, quantity sold, and average sales value</a:t>
            </a:r>
            <a:r>
              <a:rPr lang="en-US" sz="2400" dirty="0"/>
              <a:t>, helping users quickly understand overall performance.</a:t>
            </a:r>
          </a:p>
          <a:p>
            <a:r>
              <a:rPr lang="en-US" sz="2400" dirty="0"/>
              <a:t>By using different visualizations like </a:t>
            </a:r>
            <a:r>
              <a:rPr lang="en-US" sz="2400" b="1" dirty="0"/>
              <a:t>charts and graphs</a:t>
            </a:r>
            <a:r>
              <a:rPr lang="en-US" sz="2400" dirty="0"/>
              <a:t>, the system allows analysis of sales by </a:t>
            </a:r>
            <a:r>
              <a:rPr lang="en-US" sz="2400" b="1" dirty="0"/>
              <a:t>state, customer, category, sub-category, and payment mode</a:t>
            </a:r>
            <a:r>
              <a:rPr lang="en-US" sz="2400" dirty="0"/>
              <a:t>. The </a:t>
            </a:r>
            <a:r>
              <a:rPr lang="en-US" sz="2400" b="1" dirty="0"/>
              <a:t>monthly profit trend</a:t>
            </a:r>
            <a:r>
              <a:rPr lang="en-US" sz="2400" dirty="0"/>
              <a:t> also helps in identifying seasonal patterns and profitable areas.</a:t>
            </a:r>
          </a:p>
          <a:p>
            <a:r>
              <a:rPr lang="en-US" sz="2400" dirty="0"/>
              <a:t>Overall, the project transforms raw sales data into </a:t>
            </a:r>
            <a:r>
              <a:rPr lang="en-US" sz="2400" b="1" dirty="0"/>
              <a:t>interactive and meaningful visual reports</a:t>
            </a:r>
            <a:r>
              <a:rPr lang="en-US" sz="2400" dirty="0"/>
              <a:t>, enabling businesses to monitor performance, identify trends, and support </a:t>
            </a:r>
            <a:r>
              <a:rPr lang="en-US" sz="2400" b="1" dirty="0"/>
              <a:t>better decision-making for improving sales and profitability</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lnSpcReduction="10000"/>
          </a:bodyPr>
          <a:lstStyle/>
          <a:p>
            <a:r>
              <a:rPr lang="en-US" sz="2400" dirty="0"/>
              <a:t>The </a:t>
            </a:r>
            <a:r>
              <a:rPr lang="en-US" sz="2400" b="1" dirty="0"/>
              <a:t>E-Commerce Sales Dashboard</a:t>
            </a:r>
            <a:r>
              <a:rPr lang="en-US" sz="2400" dirty="0"/>
              <a:t> can be further improved by adding more advanced features and technologies. In the future, </a:t>
            </a:r>
            <a:r>
              <a:rPr lang="en-US" sz="2400" b="1" dirty="0"/>
              <a:t>machine learning models</a:t>
            </a:r>
            <a:r>
              <a:rPr lang="en-US" sz="2400" dirty="0"/>
              <a:t> can be integrated to predict future sales trends and customer purchasing behavior.</a:t>
            </a:r>
          </a:p>
          <a:p>
            <a:r>
              <a:rPr lang="en-US" sz="2400" dirty="0"/>
              <a:t>The dashboard can also be connected to </a:t>
            </a:r>
            <a:r>
              <a:rPr lang="en-US" sz="2400" b="1" dirty="0"/>
              <a:t>real-time data sources</a:t>
            </a:r>
            <a:r>
              <a:rPr lang="en-US" sz="2400" dirty="0"/>
              <a:t> so that sales information updates automatically. Additional features such as </a:t>
            </a:r>
            <a:r>
              <a:rPr lang="en-US" sz="2400" b="1" dirty="0"/>
              <a:t>customer segmentation, inventory analysis, and product demand forecasting</a:t>
            </a:r>
            <a:r>
              <a:rPr lang="en-US" sz="2400" dirty="0"/>
              <a:t> can help businesses improve marketing strategies and stock management.</a:t>
            </a:r>
          </a:p>
          <a:p>
            <a:r>
              <a:rPr lang="en-US" sz="2400" dirty="0"/>
              <a:t>Furthermore, the system can be deployed as a </a:t>
            </a:r>
            <a:r>
              <a:rPr lang="en-US" sz="2400" b="1" dirty="0"/>
              <a:t>web or mobile application</a:t>
            </a:r>
            <a:r>
              <a:rPr lang="en-US" sz="2400" dirty="0"/>
              <a:t>, allowing managers to access sales insights anytime and anywhere. These improvements will make the system more powerful and useful for </a:t>
            </a:r>
            <a:r>
              <a:rPr lang="en-US" sz="2400" b="1" dirty="0"/>
              <a:t>strategic business decision-making</a:t>
            </a:r>
            <a:r>
              <a:rPr lang="en-US" sz="24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US" sz="2400" dirty="0"/>
              <a:t>Kaggle. </a:t>
            </a:r>
            <a:r>
              <a:rPr lang="en-US" sz="2400" i="1" dirty="0"/>
              <a:t>E-Commerce Sales Dataset</a:t>
            </a:r>
            <a:r>
              <a:rPr lang="en-US" sz="2400" dirty="0"/>
              <a:t>. Available at: </a:t>
            </a:r>
            <a:r>
              <a:rPr lang="en-IN" sz="2400" dirty="0">
                <a:latin typeface="Franklin Gothic Book" panose="020B0503020102020204"/>
                <a:hlinkClick r:id="rId2"/>
              </a:rPr>
              <a:t>https://github.com/Devesh-Saxena/Power_Bi_Project</a:t>
            </a:r>
            <a:endParaRPr lang="en-IN" sz="2400" u="sng" dirty="0">
              <a:solidFill>
                <a:srgbClr val="0070C0"/>
              </a:solidFill>
              <a:latin typeface="Franklin Gothic Book" panose="020B0503020102020204"/>
            </a:endParaRPr>
          </a:p>
          <a:p>
            <a:r>
              <a:rPr lang="en-US" sz="2400" dirty="0"/>
              <a:t>Provided the </a:t>
            </a:r>
            <a:r>
              <a:rPr lang="en-US" sz="2400" b="1" dirty="0"/>
              <a:t>raw e-commerce sales dataset</a:t>
            </a:r>
            <a:r>
              <a:rPr lang="en-US" sz="2400" dirty="0"/>
              <a:t> used for building the dashboard and analyzing sales trends.</a:t>
            </a:r>
          </a:p>
          <a:p>
            <a:pPr marL="0" indent="0">
              <a:buNone/>
            </a:pPr>
            <a:r>
              <a:rPr lang="en-IN" sz="2200" dirty="0">
                <a:latin typeface="Franklin Gothic Book" panose="020B0503020102020204"/>
              </a:rPr>
              <a:t>GitHub Link: </a:t>
            </a:r>
            <a:r>
              <a:rPr lang="en-IN" sz="2200" dirty="0">
                <a:latin typeface="Franklin Gothic Book" panose="020B0503020102020204"/>
                <a:hlinkClick r:id="rId2"/>
              </a:rPr>
              <a:t>https://github.com/Devesh-Saxena/Power_Bi_Project</a:t>
            </a: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1122</Words>
  <Application>Microsoft Office PowerPoint</Application>
  <PresentationFormat>Widescreen</PresentationFormat>
  <Paragraphs>53</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siddhi maurya</cp:lastModifiedBy>
  <cp:revision>118</cp:revision>
  <dcterms:created xsi:type="dcterms:W3CDTF">2024-05-21T11:55:00Z</dcterms:created>
  <dcterms:modified xsi:type="dcterms:W3CDTF">2026-03-28T11:30:54Z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